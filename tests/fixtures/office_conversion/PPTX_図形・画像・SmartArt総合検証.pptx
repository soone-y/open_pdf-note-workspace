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84" y="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B06D09-3955-48F9-994A-9CAEF2FFADC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5A59F998-2C69-4912-BEE9-55C6FEFF4C44}">
      <dgm:prSet phldrT="[テキスト]"/>
      <dgm:spPr/>
      <dgm:t>
        <a:bodyPr/>
        <a:lstStyle/>
        <a:p>
          <a:r>
            <a:rPr kumimoji="1" lang="ja-JP" altLang="en-US" dirty="0"/>
            <a:t>入力</a:t>
          </a:r>
        </a:p>
      </dgm:t>
    </dgm:pt>
    <dgm:pt modelId="{515DDF83-FE7A-4D3F-BB3C-2C67BF5DB39D}" type="parTrans" cxnId="{47C69A3D-4A4A-4703-8414-8F29C433A795}">
      <dgm:prSet/>
      <dgm:spPr/>
      <dgm:t>
        <a:bodyPr/>
        <a:lstStyle/>
        <a:p>
          <a:endParaRPr kumimoji="1" lang="ja-JP" altLang="en-US"/>
        </a:p>
      </dgm:t>
    </dgm:pt>
    <dgm:pt modelId="{D54FF633-763C-44B4-AC70-92820A697C80}" type="sibTrans" cxnId="{47C69A3D-4A4A-4703-8414-8F29C433A795}">
      <dgm:prSet/>
      <dgm:spPr/>
      <dgm:t>
        <a:bodyPr/>
        <a:lstStyle/>
        <a:p>
          <a:endParaRPr kumimoji="1" lang="ja-JP" altLang="en-US"/>
        </a:p>
      </dgm:t>
    </dgm:pt>
    <dgm:pt modelId="{3E9DC339-93B7-4BCF-87B0-C7BA17C1A5E0}">
      <dgm:prSet phldrT="[テキスト]"/>
      <dgm:spPr/>
      <dgm:t>
        <a:bodyPr/>
        <a:lstStyle/>
        <a:p>
          <a:r>
            <a:rPr kumimoji="1" lang="ja-JP" altLang="en-US" dirty="0"/>
            <a:t>処理</a:t>
          </a:r>
        </a:p>
      </dgm:t>
    </dgm:pt>
    <dgm:pt modelId="{E8C5C5E3-6B3F-4B0E-89CB-B58A1CF04D84}" type="parTrans" cxnId="{A2D2F54D-F4D8-4328-BD1B-1DDE69942FDF}">
      <dgm:prSet/>
      <dgm:spPr/>
      <dgm:t>
        <a:bodyPr/>
        <a:lstStyle/>
        <a:p>
          <a:endParaRPr kumimoji="1" lang="ja-JP" altLang="en-US"/>
        </a:p>
      </dgm:t>
    </dgm:pt>
    <dgm:pt modelId="{9413BC12-D244-46F2-8C92-BEBA1D3C9E78}" type="sibTrans" cxnId="{A2D2F54D-F4D8-4328-BD1B-1DDE69942FDF}">
      <dgm:prSet/>
      <dgm:spPr/>
      <dgm:t>
        <a:bodyPr/>
        <a:lstStyle/>
        <a:p>
          <a:endParaRPr kumimoji="1" lang="ja-JP" altLang="en-US"/>
        </a:p>
      </dgm:t>
    </dgm:pt>
    <dgm:pt modelId="{461B2F28-D337-4825-874C-FEF604FAB4E9}">
      <dgm:prSet phldrT="[テキスト]"/>
      <dgm:spPr/>
      <dgm:t>
        <a:bodyPr/>
        <a:lstStyle/>
        <a:p>
          <a:r>
            <a:rPr kumimoji="1" lang="ja-JP" altLang="en-US"/>
            <a:t>確認</a:t>
          </a:r>
        </a:p>
      </dgm:t>
    </dgm:pt>
    <dgm:pt modelId="{8FE3DB71-A949-47E1-8C43-56FF558F8085}" type="parTrans" cxnId="{6124C422-B74B-4EF4-8DAB-8A808D0D1E26}">
      <dgm:prSet/>
      <dgm:spPr/>
      <dgm:t>
        <a:bodyPr/>
        <a:lstStyle/>
        <a:p>
          <a:endParaRPr kumimoji="1" lang="ja-JP" altLang="en-US"/>
        </a:p>
      </dgm:t>
    </dgm:pt>
    <dgm:pt modelId="{21EE7B67-C8AE-47F1-870A-EE9C0769B000}" type="sibTrans" cxnId="{6124C422-B74B-4EF4-8DAB-8A808D0D1E26}">
      <dgm:prSet/>
      <dgm:spPr/>
      <dgm:t>
        <a:bodyPr/>
        <a:lstStyle/>
        <a:p>
          <a:endParaRPr kumimoji="1" lang="ja-JP" altLang="en-US"/>
        </a:p>
      </dgm:t>
    </dgm:pt>
    <dgm:pt modelId="{733ED0D4-0F07-4A1D-AE9D-16A0A03C150D}">
      <dgm:prSet phldrT="[テキスト]"/>
      <dgm:spPr/>
      <dgm:t>
        <a:bodyPr/>
        <a:lstStyle/>
        <a:p>
          <a:r>
            <a:rPr kumimoji="1" lang="ja-JP" altLang="en-US" dirty="0"/>
            <a:t>出力</a:t>
          </a:r>
        </a:p>
      </dgm:t>
    </dgm:pt>
    <dgm:pt modelId="{476D9A48-962C-470D-8CCA-7D03C0951244}" type="parTrans" cxnId="{0280C3A9-CFA4-4ACC-A860-895C341EA188}">
      <dgm:prSet/>
      <dgm:spPr/>
      <dgm:t>
        <a:bodyPr/>
        <a:lstStyle/>
        <a:p>
          <a:endParaRPr kumimoji="1" lang="ja-JP" altLang="en-US"/>
        </a:p>
      </dgm:t>
    </dgm:pt>
    <dgm:pt modelId="{E53A5649-B8E3-4C91-BD79-76E76551A2CA}" type="sibTrans" cxnId="{0280C3A9-CFA4-4ACC-A860-895C341EA188}">
      <dgm:prSet/>
      <dgm:spPr/>
      <dgm:t>
        <a:bodyPr/>
        <a:lstStyle/>
        <a:p>
          <a:endParaRPr kumimoji="1" lang="ja-JP" altLang="en-US"/>
        </a:p>
      </dgm:t>
    </dgm:pt>
    <dgm:pt modelId="{EBD9D4A2-E2E2-4946-A4C8-880A7DD2C5ED}">
      <dgm:prSet phldrT="[テキスト]"/>
      <dgm:spPr/>
      <dgm:t>
        <a:bodyPr/>
        <a:lstStyle/>
        <a:p>
          <a:r>
            <a:rPr kumimoji="1" lang="ja-JP" altLang="en-US" dirty="0"/>
            <a:t>完了</a:t>
          </a:r>
        </a:p>
      </dgm:t>
    </dgm:pt>
    <dgm:pt modelId="{B80999DC-8571-45AF-9935-4B4F80AEE08A}" type="parTrans" cxnId="{012E1D76-CE8E-4807-ABD4-1279F6E230A9}">
      <dgm:prSet/>
      <dgm:spPr/>
      <dgm:t>
        <a:bodyPr/>
        <a:lstStyle/>
        <a:p>
          <a:endParaRPr kumimoji="1" lang="ja-JP" altLang="en-US"/>
        </a:p>
      </dgm:t>
    </dgm:pt>
    <dgm:pt modelId="{DDF6EE18-14BE-4146-8A55-A593829D6688}" type="sibTrans" cxnId="{012E1D76-CE8E-4807-ABD4-1279F6E230A9}">
      <dgm:prSet/>
      <dgm:spPr/>
      <dgm:t>
        <a:bodyPr/>
        <a:lstStyle/>
        <a:p>
          <a:endParaRPr kumimoji="1" lang="ja-JP" altLang="en-US"/>
        </a:p>
      </dgm:t>
    </dgm:pt>
    <dgm:pt modelId="{C4C850E6-3323-4B6F-BE88-235663D3CDA6}" type="pres">
      <dgm:prSet presAssocID="{5EB06D09-3955-48F9-994A-9CAEF2FFADC8}" presName="Name0" presStyleCnt="0">
        <dgm:presLayoutVars>
          <dgm:dir/>
          <dgm:resizeHandles val="exact"/>
        </dgm:presLayoutVars>
      </dgm:prSet>
      <dgm:spPr/>
    </dgm:pt>
    <dgm:pt modelId="{8CCF441B-E520-4271-877D-F186118B61EB}" type="pres">
      <dgm:prSet presAssocID="{5A59F998-2C69-4912-BEE9-55C6FEFF4C44}" presName="node" presStyleLbl="node1" presStyleIdx="0" presStyleCnt="5">
        <dgm:presLayoutVars>
          <dgm:bulletEnabled val="1"/>
        </dgm:presLayoutVars>
      </dgm:prSet>
      <dgm:spPr/>
    </dgm:pt>
    <dgm:pt modelId="{507D21E0-E7E6-46AE-A97E-A7BDDFB6D6E8}" type="pres">
      <dgm:prSet presAssocID="{D54FF633-763C-44B4-AC70-92820A697C80}" presName="sibTrans" presStyleLbl="sibTrans2D1" presStyleIdx="0" presStyleCnt="4"/>
      <dgm:spPr/>
    </dgm:pt>
    <dgm:pt modelId="{585C194B-BFF3-4088-AFB6-481204BE8898}" type="pres">
      <dgm:prSet presAssocID="{D54FF633-763C-44B4-AC70-92820A697C80}" presName="connectorText" presStyleLbl="sibTrans2D1" presStyleIdx="0" presStyleCnt="4"/>
      <dgm:spPr/>
    </dgm:pt>
    <dgm:pt modelId="{61E57866-12C2-43C1-90C6-603602E26258}" type="pres">
      <dgm:prSet presAssocID="{3E9DC339-93B7-4BCF-87B0-C7BA17C1A5E0}" presName="node" presStyleLbl="node1" presStyleIdx="1" presStyleCnt="5">
        <dgm:presLayoutVars>
          <dgm:bulletEnabled val="1"/>
        </dgm:presLayoutVars>
      </dgm:prSet>
      <dgm:spPr/>
    </dgm:pt>
    <dgm:pt modelId="{D39D262D-9048-4276-86E7-4097F9C9DE36}" type="pres">
      <dgm:prSet presAssocID="{9413BC12-D244-46F2-8C92-BEBA1D3C9E78}" presName="sibTrans" presStyleLbl="sibTrans2D1" presStyleIdx="1" presStyleCnt="4"/>
      <dgm:spPr/>
    </dgm:pt>
    <dgm:pt modelId="{A96DBB18-B937-41DD-B9A2-F1A5A685980A}" type="pres">
      <dgm:prSet presAssocID="{9413BC12-D244-46F2-8C92-BEBA1D3C9E78}" presName="connectorText" presStyleLbl="sibTrans2D1" presStyleIdx="1" presStyleCnt="4"/>
      <dgm:spPr/>
    </dgm:pt>
    <dgm:pt modelId="{81458450-BFE7-4996-876F-80CA462A4081}" type="pres">
      <dgm:prSet presAssocID="{461B2F28-D337-4825-874C-FEF604FAB4E9}" presName="node" presStyleLbl="node1" presStyleIdx="2" presStyleCnt="5">
        <dgm:presLayoutVars>
          <dgm:bulletEnabled val="1"/>
        </dgm:presLayoutVars>
      </dgm:prSet>
      <dgm:spPr/>
    </dgm:pt>
    <dgm:pt modelId="{39F4A8BD-0A00-4992-A799-82E7AAE760D7}" type="pres">
      <dgm:prSet presAssocID="{21EE7B67-C8AE-47F1-870A-EE9C0769B000}" presName="sibTrans" presStyleLbl="sibTrans2D1" presStyleIdx="2" presStyleCnt="4"/>
      <dgm:spPr/>
    </dgm:pt>
    <dgm:pt modelId="{D79BED87-FFBB-4838-949F-373690D9D741}" type="pres">
      <dgm:prSet presAssocID="{21EE7B67-C8AE-47F1-870A-EE9C0769B000}" presName="connectorText" presStyleLbl="sibTrans2D1" presStyleIdx="2" presStyleCnt="4"/>
      <dgm:spPr/>
    </dgm:pt>
    <dgm:pt modelId="{368F9DBB-5E71-4316-B719-A8ECF0B468F2}" type="pres">
      <dgm:prSet presAssocID="{733ED0D4-0F07-4A1D-AE9D-16A0A03C150D}" presName="node" presStyleLbl="node1" presStyleIdx="3" presStyleCnt="5">
        <dgm:presLayoutVars>
          <dgm:bulletEnabled val="1"/>
        </dgm:presLayoutVars>
      </dgm:prSet>
      <dgm:spPr/>
    </dgm:pt>
    <dgm:pt modelId="{672B2AEE-BCE1-4C94-BFFB-FEAFAD43C05D}" type="pres">
      <dgm:prSet presAssocID="{E53A5649-B8E3-4C91-BD79-76E76551A2CA}" presName="sibTrans" presStyleLbl="sibTrans2D1" presStyleIdx="3" presStyleCnt="4"/>
      <dgm:spPr/>
    </dgm:pt>
    <dgm:pt modelId="{EC4EE998-5C0E-4CA4-9E93-DCFFB1894FA8}" type="pres">
      <dgm:prSet presAssocID="{E53A5649-B8E3-4C91-BD79-76E76551A2CA}" presName="connectorText" presStyleLbl="sibTrans2D1" presStyleIdx="3" presStyleCnt="4"/>
      <dgm:spPr/>
    </dgm:pt>
    <dgm:pt modelId="{7E38E211-EB5C-4807-89C2-58B2954C33C6}" type="pres">
      <dgm:prSet presAssocID="{EBD9D4A2-E2E2-4946-A4C8-880A7DD2C5ED}" presName="node" presStyleLbl="node1" presStyleIdx="4" presStyleCnt="5">
        <dgm:presLayoutVars>
          <dgm:bulletEnabled val="1"/>
        </dgm:presLayoutVars>
      </dgm:prSet>
      <dgm:spPr/>
    </dgm:pt>
  </dgm:ptLst>
  <dgm:cxnLst>
    <dgm:cxn modelId="{4103F901-46AA-462E-84E4-7C6E2DC1E432}" type="presOf" srcId="{E53A5649-B8E3-4C91-BD79-76E76551A2CA}" destId="{EC4EE998-5C0E-4CA4-9E93-DCFFB1894FA8}" srcOrd="1" destOrd="0" presId="urn:microsoft.com/office/officeart/2005/8/layout/process1"/>
    <dgm:cxn modelId="{8254E01C-1863-4934-994F-CF40D43FEA3F}" type="presOf" srcId="{21EE7B67-C8AE-47F1-870A-EE9C0769B000}" destId="{D79BED87-FFBB-4838-949F-373690D9D741}" srcOrd="1" destOrd="0" presId="urn:microsoft.com/office/officeart/2005/8/layout/process1"/>
    <dgm:cxn modelId="{6124C422-B74B-4EF4-8DAB-8A808D0D1E26}" srcId="{5EB06D09-3955-48F9-994A-9CAEF2FFADC8}" destId="{461B2F28-D337-4825-874C-FEF604FAB4E9}" srcOrd="2" destOrd="0" parTransId="{8FE3DB71-A949-47E1-8C43-56FF558F8085}" sibTransId="{21EE7B67-C8AE-47F1-870A-EE9C0769B000}"/>
    <dgm:cxn modelId="{4DD54E29-18D6-4540-8342-6D96B6EF9AAD}" type="presOf" srcId="{EBD9D4A2-E2E2-4946-A4C8-880A7DD2C5ED}" destId="{7E38E211-EB5C-4807-89C2-58B2954C33C6}" srcOrd="0" destOrd="0" presId="urn:microsoft.com/office/officeart/2005/8/layout/process1"/>
    <dgm:cxn modelId="{679ECD3C-AD76-40CD-945F-F7AF52B252A1}" type="presOf" srcId="{D54FF633-763C-44B4-AC70-92820A697C80}" destId="{585C194B-BFF3-4088-AFB6-481204BE8898}" srcOrd="1" destOrd="0" presId="urn:microsoft.com/office/officeart/2005/8/layout/process1"/>
    <dgm:cxn modelId="{47C69A3D-4A4A-4703-8414-8F29C433A795}" srcId="{5EB06D09-3955-48F9-994A-9CAEF2FFADC8}" destId="{5A59F998-2C69-4912-BEE9-55C6FEFF4C44}" srcOrd="0" destOrd="0" parTransId="{515DDF83-FE7A-4D3F-BB3C-2C67BF5DB39D}" sibTransId="{D54FF633-763C-44B4-AC70-92820A697C80}"/>
    <dgm:cxn modelId="{FAB70E6D-43F9-4161-9CDE-3D8EF76FC4CE}" type="presOf" srcId="{461B2F28-D337-4825-874C-FEF604FAB4E9}" destId="{81458450-BFE7-4996-876F-80CA462A4081}" srcOrd="0" destOrd="0" presId="urn:microsoft.com/office/officeart/2005/8/layout/process1"/>
    <dgm:cxn modelId="{FFDF384D-3EAD-4C08-A535-6A2B72C87C76}" type="presOf" srcId="{E53A5649-B8E3-4C91-BD79-76E76551A2CA}" destId="{672B2AEE-BCE1-4C94-BFFB-FEAFAD43C05D}" srcOrd="0" destOrd="0" presId="urn:microsoft.com/office/officeart/2005/8/layout/process1"/>
    <dgm:cxn modelId="{A2D2F54D-F4D8-4328-BD1B-1DDE69942FDF}" srcId="{5EB06D09-3955-48F9-994A-9CAEF2FFADC8}" destId="{3E9DC339-93B7-4BCF-87B0-C7BA17C1A5E0}" srcOrd="1" destOrd="0" parTransId="{E8C5C5E3-6B3F-4B0E-89CB-B58A1CF04D84}" sibTransId="{9413BC12-D244-46F2-8C92-BEBA1D3C9E78}"/>
    <dgm:cxn modelId="{012E1D76-CE8E-4807-ABD4-1279F6E230A9}" srcId="{5EB06D09-3955-48F9-994A-9CAEF2FFADC8}" destId="{EBD9D4A2-E2E2-4946-A4C8-880A7DD2C5ED}" srcOrd="4" destOrd="0" parTransId="{B80999DC-8571-45AF-9935-4B4F80AEE08A}" sibTransId="{DDF6EE18-14BE-4146-8A55-A593829D6688}"/>
    <dgm:cxn modelId="{ACF9EB57-29C3-48A2-A5A0-23F36D6F776A}" type="presOf" srcId="{5A59F998-2C69-4912-BEE9-55C6FEFF4C44}" destId="{8CCF441B-E520-4271-877D-F186118B61EB}" srcOrd="0" destOrd="0" presId="urn:microsoft.com/office/officeart/2005/8/layout/process1"/>
    <dgm:cxn modelId="{374D7395-11FF-4176-8655-93A26490477E}" type="presOf" srcId="{733ED0D4-0F07-4A1D-AE9D-16A0A03C150D}" destId="{368F9DBB-5E71-4316-B719-A8ECF0B468F2}" srcOrd="0" destOrd="0" presId="urn:microsoft.com/office/officeart/2005/8/layout/process1"/>
    <dgm:cxn modelId="{0280C3A9-CFA4-4ACC-A860-895C341EA188}" srcId="{5EB06D09-3955-48F9-994A-9CAEF2FFADC8}" destId="{733ED0D4-0F07-4A1D-AE9D-16A0A03C150D}" srcOrd="3" destOrd="0" parTransId="{476D9A48-962C-470D-8CCA-7D03C0951244}" sibTransId="{E53A5649-B8E3-4C91-BD79-76E76551A2CA}"/>
    <dgm:cxn modelId="{D48A55AE-E7A2-4379-BA6D-A35B471EFE96}" type="presOf" srcId="{D54FF633-763C-44B4-AC70-92820A697C80}" destId="{507D21E0-E7E6-46AE-A97E-A7BDDFB6D6E8}" srcOrd="0" destOrd="0" presId="urn:microsoft.com/office/officeart/2005/8/layout/process1"/>
    <dgm:cxn modelId="{9F58A9B7-9AC2-4F1E-B6F1-BEB11C1AA8A7}" type="presOf" srcId="{21EE7B67-C8AE-47F1-870A-EE9C0769B000}" destId="{39F4A8BD-0A00-4992-A799-82E7AAE760D7}" srcOrd="0" destOrd="0" presId="urn:microsoft.com/office/officeart/2005/8/layout/process1"/>
    <dgm:cxn modelId="{EF32BBCE-C520-45E6-B257-E8D32BB5C969}" type="presOf" srcId="{3E9DC339-93B7-4BCF-87B0-C7BA17C1A5E0}" destId="{61E57866-12C2-43C1-90C6-603602E26258}" srcOrd="0" destOrd="0" presId="urn:microsoft.com/office/officeart/2005/8/layout/process1"/>
    <dgm:cxn modelId="{A12253E0-6D6D-43FF-8F3E-DCA00F531DF1}" type="presOf" srcId="{5EB06D09-3955-48F9-994A-9CAEF2FFADC8}" destId="{C4C850E6-3323-4B6F-BE88-235663D3CDA6}" srcOrd="0" destOrd="0" presId="urn:microsoft.com/office/officeart/2005/8/layout/process1"/>
    <dgm:cxn modelId="{F2E538E1-CA2C-4886-8016-5C2B2AEA5A68}" type="presOf" srcId="{9413BC12-D244-46F2-8C92-BEBA1D3C9E78}" destId="{A96DBB18-B937-41DD-B9A2-F1A5A685980A}" srcOrd="1" destOrd="0" presId="urn:microsoft.com/office/officeart/2005/8/layout/process1"/>
    <dgm:cxn modelId="{7C7253F2-7B4C-45C9-B86F-6C3954DBB9A9}" type="presOf" srcId="{9413BC12-D244-46F2-8C92-BEBA1D3C9E78}" destId="{D39D262D-9048-4276-86E7-4097F9C9DE36}" srcOrd="0" destOrd="0" presId="urn:microsoft.com/office/officeart/2005/8/layout/process1"/>
    <dgm:cxn modelId="{2526CADC-9E66-414A-A4CF-47744EBAC551}" type="presParOf" srcId="{C4C850E6-3323-4B6F-BE88-235663D3CDA6}" destId="{8CCF441B-E520-4271-877D-F186118B61EB}" srcOrd="0" destOrd="0" presId="urn:microsoft.com/office/officeart/2005/8/layout/process1"/>
    <dgm:cxn modelId="{6AD99F5D-972F-4345-9D0E-EE7812156C86}" type="presParOf" srcId="{C4C850E6-3323-4B6F-BE88-235663D3CDA6}" destId="{507D21E0-E7E6-46AE-A97E-A7BDDFB6D6E8}" srcOrd="1" destOrd="0" presId="urn:microsoft.com/office/officeart/2005/8/layout/process1"/>
    <dgm:cxn modelId="{604A5AAE-C094-47B9-B377-8F784E7D95A2}" type="presParOf" srcId="{507D21E0-E7E6-46AE-A97E-A7BDDFB6D6E8}" destId="{585C194B-BFF3-4088-AFB6-481204BE8898}" srcOrd="0" destOrd="0" presId="urn:microsoft.com/office/officeart/2005/8/layout/process1"/>
    <dgm:cxn modelId="{0D380B28-7AEF-43B6-8760-68BC811CC520}" type="presParOf" srcId="{C4C850E6-3323-4B6F-BE88-235663D3CDA6}" destId="{61E57866-12C2-43C1-90C6-603602E26258}" srcOrd="2" destOrd="0" presId="urn:microsoft.com/office/officeart/2005/8/layout/process1"/>
    <dgm:cxn modelId="{A5F923B7-588B-473E-A853-64B769BB503A}" type="presParOf" srcId="{C4C850E6-3323-4B6F-BE88-235663D3CDA6}" destId="{D39D262D-9048-4276-86E7-4097F9C9DE36}" srcOrd="3" destOrd="0" presId="urn:microsoft.com/office/officeart/2005/8/layout/process1"/>
    <dgm:cxn modelId="{8B920FF0-0A1D-4267-8B9F-F642780767B7}" type="presParOf" srcId="{D39D262D-9048-4276-86E7-4097F9C9DE36}" destId="{A96DBB18-B937-41DD-B9A2-F1A5A685980A}" srcOrd="0" destOrd="0" presId="urn:microsoft.com/office/officeart/2005/8/layout/process1"/>
    <dgm:cxn modelId="{EDF2DFD6-0346-4272-B45F-90F507234784}" type="presParOf" srcId="{C4C850E6-3323-4B6F-BE88-235663D3CDA6}" destId="{81458450-BFE7-4996-876F-80CA462A4081}" srcOrd="4" destOrd="0" presId="urn:microsoft.com/office/officeart/2005/8/layout/process1"/>
    <dgm:cxn modelId="{75F2B833-9EC3-4EDE-90F9-A81000EAD117}" type="presParOf" srcId="{C4C850E6-3323-4B6F-BE88-235663D3CDA6}" destId="{39F4A8BD-0A00-4992-A799-82E7AAE760D7}" srcOrd="5" destOrd="0" presId="urn:microsoft.com/office/officeart/2005/8/layout/process1"/>
    <dgm:cxn modelId="{0B28E210-734F-4467-9C84-A1FB9B200AB1}" type="presParOf" srcId="{39F4A8BD-0A00-4992-A799-82E7AAE760D7}" destId="{D79BED87-FFBB-4838-949F-373690D9D741}" srcOrd="0" destOrd="0" presId="urn:microsoft.com/office/officeart/2005/8/layout/process1"/>
    <dgm:cxn modelId="{B1604598-D031-404A-AC30-8B634D183EB0}" type="presParOf" srcId="{C4C850E6-3323-4B6F-BE88-235663D3CDA6}" destId="{368F9DBB-5E71-4316-B719-A8ECF0B468F2}" srcOrd="6" destOrd="0" presId="urn:microsoft.com/office/officeart/2005/8/layout/process1"/>
    <dgm:cxn modelId="{26067E6C-FA9E-4C5D-8870-B515F9B63F48}" type="presParOf" srcId="{C4C850E6-3323-4B6F-BE88-235663D3CDA6}" destId="{672B2AEE-BCE1-4C94-BFFB-FEAFAD43C05D}" srcOrd="7" destOrd="0" presId="urn:microsoft.com/office/officeart/2005/8/layout/process1"/>
    <dgm:cxn modelId="{19E6BE98-5EBD-4CD2-BFF0-33658E04EE8D}" type="presParOf" srcId="{672B2AEE-BCE1-4C94-BFFB-FEAFAD43C05D}" destId="{EC4EE998-5C0E-4CA4-9E93-DCFFB1894FA8}" srcOrd="0" destOrd="0" presId="urn:microsoft.com/office/officeart/2005/8/layout/process1"/>
    <dgm:cxn modelId="{FD7E7B9D-752F-4DE6-8FFA-F223CB744AFE}" type="presParOf" srcId="{C4C850E6-3323-4B6F-BE88-235663D3CDA6}" destId="{7E38E211-EB5C-4807-89C2-58B2954C33C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F441B-E520-4271-877D-F186118B61EB}">
      <dsp:nvSpPr>
        <dsp:cNvPr id="0" name=""/>
        <dsp:cNvSpPr/>
      </dsp:nvSpPr>
      <dsp:spPr>
        <a:xfrm>
          <a:off x="2356" y="987350"/>
          <a:ext cx="730498" cy="4382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入力</a:t>
          </a:r>
        </a:p>
      </dsp:txBody>
      <dsp:txXfrm>
        <a:off x="15193" y="1000187"/>
        <a:ext cx="704824" cy="412624"/>
      </dsp:txXfrm>
    </dsp:sp>
    <dsp:sp modelId="{507D21E0-E7E6-46AE-A97E-A7BDDFB6D6E8}">
      <dsp:nvSpPr>
        <dsp:cNvPr id="0" name=""/>
        <dsp:cNvSpPr/>
      </dsp:nvSpPr>
      <dsp:spPr>
        <a:xfrm>
          <a:off x="805904" y="1115918"/>
          <a:ext cx="154865" cy="181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805904" y="1152151"/>
        <a:ext cx="108406" cy="108697"/>
      </dsp:txXfrm>
    </dsp:sp>
    <dsp:sp modelId="{61E57866-12C2-43C1-90C6-603602E26258}">
      <dsp:nvSpPr>
        <dsp:cNvPr id="0" name=""/>
        <dsp:cNvSpPr/>
      </dsp:nvSpPr>
      <dsp:spPr>
        <a:xfrm>
          <a:off x="1025053" y="987350"/>
          <a:ext cx="730498" cy="4382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処理</a:t>
          </a:r>
        </a:p>
      </dsp:txBody>
      <dsp:txXfrm>
        <a:off x="1037890" y="1000187"/>
        <a:ext cx="704824" cy="412624"/>
      </dsp:txXfrm>
    </dsp:sp>
    <dsp:sp modelId="{D39D262D-9048-4276-86E7-4097F9C9DE36}">
      <dsp:nvSpPr>
        <dsp:cNvPr id="0" name=""/>
        <dsp:cNvSpPr/>
      </dsp:nvSpPr>
      <dsp:spPr>
        <a:xfrm>
          <a:off x="1828601" y="1115918"/>
          <a:ext cx="154865" cy="181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1828601" y="1152151"/>
        <a:ext cx="108406" cy="108697"/>
      </dsp:txXfrm>
    </dsp:sp>
    <dsp:sp modelId="{81458450-BFE7-4996-876F-80CA462A4081}">
      <dsp:nvSpPr>
        <dsp:cNvPr id="0" name=""/>
        <dsp:cNvSpPr/>
      </dsp:nvSpPr>
      <dsp:spPr>
        <a:xfrm>
          <a:off x="2047750" y="987350"/>
          <a:ext cx="730498" cy="4382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/>
            <a:t>確認</a:t>
          </a:r>
        </a:p>
      </dsp:txBody>
      <dsp:txXfrm>
        <a:off x="2060587" y="1000187"/>
        <a:ext cx="704824" cy="412624"/>
      </dsp:txXfrm>
    </dsp:sp>
    <dsp:sp modelId="{39F4A8BD-0A00-4992-A799-82E7AAE760D7}">
      <dsp:nvSpPr>
        <dsp:cNvPr id="0" name=""/>
        <dsp:cNvSpPr/>
      </dsp:nvSpPr>
      <dsp:spPr>
        <a:xfrm>
          <a:off x="2851298" y="1115918"/>
          <a:ext cx="154865" cy="181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2851298" y="1152151"/>
        <a:ext cx="108406" cy="108697"/>
      </dsp:txXfrm>
    </dsp:sp>
    <dsp:sp modelId="{368F9DBB-5E71-4316-B719-A8ECF0B468F2}">
      <dsp:nvSpPr>
        <dsp:cNvPr id="0" name=""/>
        <dsp:cNvSpPr/>
      </dsp:nvSpPr>
      <dsp:spPr>
        <a:xfrm>
          <a:off x="3070448" y="987350"/>
          <a:ext cx="730498" cy="4382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出力</a:t>
          </a:r>
        </a:p>
      </dsp:txBody>
      <dsp:txXfrm>
        <a:off x="3083285" y="1000187"/>
        <a:ext cx="704824" cy="412624"/>
      </dsp:txXfrm>
    </dsp:sp>
    <dsp:sp modelId="{672B2AEE-BCE1-4C94-BFFB-FEAFAD43C05D}">
      <dsp:nvSpPr>
        <dsp:cNvPr id="0" name=""/>
        <dsp:cNvSpPr/>
      </dsp:nvSpPr>
      <dsp:spPr>
        <a:xfrm>
          <a:off x="3873996" y="1115918"/>
          <a:ext cx="154865" cy="181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3873996" y="1152151"/>
        <a:ext cx="108406" cy="108697"/>
      </dsp:txXfrm>
    </dsp:sp>
    <dsp:sp modelId="{7E38E211-EB5C-4807-89C2-58B2954C33C6}">
      <dsp:nvSpPr>
        <dsp:cNvPr id="0" name=""/>
        <dsp:cNvSpPr/>
      </dsp:nvSpPr>
      <dsp:spPr>
        <a:xfrm>
          <a:off x="4093145" y="987350"/>
          <a:ext cx="730498" cy="4382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完了</a:t>
          </a:r>
        </a:p>
      </dsp:txBody>
      <dsp:txXfrm>
        <a:off x="4105982" y="1000187"/>
        <a:ext cx="704824" cy="412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P-SHAPE-001 基本図形・星・吹き出し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図形内テキスト・回転・透明度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645920" cy="1188720"/>
          </a:xfrm>
          <a:prstGeom prst="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P-SHAPE-001</a:t>
            </a:r>
          </a:p>
        </p:txBody>
      </p:sp>
      <p:sp>
        <p:nvSpPr>
          <p:cNvPr id="5" name="Oval 4"/>
          <p:cNvSpPr/>
          <p:nvPr/>
        </p:nvSpPr>
        <p:spPr>
          <a:xfrm rot="720000">
            <a:off x="2834639" y="1188720"/>
            <a:ext cx="1645920" cy="1188720"/>
          </a:xfrm>
          <a:prstGeom prst="ellipse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P-SHAPE-002</a:t>
            </a:r>
          </a:p>
        </p:txBody>
      </p:sp>
      <p:sp>
        <p:nvSpPr>
          <p:cNvPr id="6" name="5-Point Star 5"/>
          <p:cNvSpPr/>
          <p:nvPr/>
        </p:nvSpPr>
        <p:spPr>
          <a:xfrm rot="1440000">
            <a:off x="5029200" y="1188720"/>
            <a:ext cx="1645920" cy="1188720"/>
          </a:xfrm>
          <a:prstGeom prst="star5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P-SHAPE-003</a:t>
            </a:r>
          </a:p>
        </p:txBody>
      </p:sp>
      <p:sp>
        <p:nvSpPr>
          <p:cNvPr id="7" name="Cloud Callout 6"/>
          <p:cNvSpPr/>
          <p:nvPr/>
        </p:nvSpPr>
        <p:spPr>
          <a:xfrm rot="2160000">
            <a:off x="7223759" y="1188720"/>
            <a:ext cx="1645920" cy="1188720"/>
          </a:xfrm>
          <a:prstGeom prst="cloudCallou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P-SHAPE-004</a:t>
            </a:r>
          </a:p>
        </p:txBody>
      </p:sp>
      <p:sp>
        <p:nvSpPr>
          <p:cNvPr id="8" name="Arc 7"/>
          <p:cNvSpPr/>
          <p:nvPr/>
        </p:nvSpPr>
        <p:spPr>
          <a:xfrm rot="2880000">
            <a:off x="9418319" y="1188720"/>
            <a:ext cx="1645920" cy="1188720"/>
          </a:xfrm>
          <a:prstGeom prst="arc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P-SHAPE-005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P-SHAPE-010 コネクタ・矢印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コネクタが図形背面で線幅を維持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開始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32004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終了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011680"/>
            <a:ext cx="2743200" cy="1645920"/>
          </a:xfrm>
          <a:prstGeom prst="line">
            <a:avLst/>
          </a:prstGeom>
          <a:ln w="38100">
            <a:solidFill>
              <a:srgbClr val="1D5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P-SHAPE-020 グループ化・前面背面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python-pptxはグループ作成非対応のため未作成として記録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463040"/>
            <a:ext cx="3657600" cy="1828800"/>
          </a:xfrm>
          <a:prstGeom prst="rect">
            <a:avLst/>
          </a:prstGeom>
          <a:solidFill>
            <a:srgbClr val="00AA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重なり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920240"/>
            <a:ext cx="3657600" cy="1828800"/>
          </a:xfrm>
          <a:prstGeom prst="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重なり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377440"/>
            <a:ext cx="3657600" cy="1828800"/>
          </a:xfrm>
          <a:prstGeom prst="rect">
            <a:avLst/>
          </a:prstGeom>
          <a:solidFill>
            <a:srgbClr val="1D50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重なり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P-SHAPE-030 グラデーション・パターン・効果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一部効果はOffice COMなしで未作成</a:t>
            </a:r>
          </a:p>
        </p:txBody>
      </p:sp>
      <p:sp>
        <p:nvSpPr>
          <p:cNvPr id="4" name="Hexagon 3"/>
          <p:cNvSpPr/>
          <p:nvPr/>
        </p:nvSpPr>
        <p:spPr>
          <a:xfrm>
            <a:off x="731520" y="1371600"/>
            <a:ext cx="2011680" cy="1828800"/>
          </a:xfrm>
          <a:prstGeom prst="hexagon">
            <a:avLst/>
          </a:prstGeom>
          <a:solidFill>
            <a:srgbClr val="00AA7B"/>
          </a:solid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透明度 0%</a:t>
            </a:r>
          </a:p>
        </p:txBody>
      </p:sp>
      <p:sp>
        <p:nvSpPr>
          <p:cNvPr id="5" name="Hexagon 4"/>
          <p:cNvSpPr/>
          <p:nvPr/>
        </p:nvSpPr>
        <p:spPr>
          <a:xfrm>
            <a:off x="3474720" y="1371600"/>
            <a:ext cx="2011680" cy="1828800"/>
          </a:xfrm>
          <a:prstGeom prst="hexagon">
            <a:avLst/>
          </a:prstGeom>
          <a:solidFill>
            <a:srgbClr val="00AA7B">
              <a:alpha val="80000"/>
            </a:srgbClr>
          </a:solid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透明度 20%</a:t>
            </a:r>
          </a:p>
        </p:txBody>
      </p:sp>
      <p:sp>
        <p:nvSpPr>
          <p:cNvPr id="6" name="Hexagon 5"/>
          <p:cNvSpPr/>
          <p:nvPr/>
        </p:nvSpPr>
        <p:spPr>
          <a:xfrm>
            <a:off x="6217920" y="1371600"/>
            <a:ext cx="2011680" cy="1828800"/>
          </a:xfrm>
          <a:prstGeom prst="hexagon">
            <a:avLst/>
          </a:prstGeom>
          <a:solidFill>
            <a:srgbClr val="00AA7B">
              <a:alpha val="60000"/>
            </a:srgbClr>
          </a:solid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透明度 40%</a:t>
            </a:r>
          </a:p>
        </p:txBody>
      </p:sp>
      <p:sp>
        <p:nvSpPr>
          <p:cNvPr id="7" name="Hexagon 6"/>
          <p:cNvSpPr/>
          <p:nvPr/>
        </p:nvSpPr>
        <p:spPr>
          <a:xfrm>
            <a:off x="8961120" y="1371600"/>
            <a:ext cx="2011680" cy="1828800"/>
          </a:xfrm>
          <a:prstGeom prst="hexagon">
            <a:avLst/>
          </a:prstGeom>
          <a:solidFill>
            <a:srgbClr val="00AA7B">
              <a:alpha val="40000"/>
            </a:srgbClr>
          </a:solid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透明度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未作成: 真のグラデーション/パターン/反射/3D/ぼかしはOffice本体なしでは安全に作成不可。</a:t>
            </a:r>
          </a:p>
        </p:txBody>
      </p:sp>
      <p:sp>
        <p:nvSpPr>
          <p:cNvPr id="10" name="Hexagon 3">
            <a:extLst>
              <a:ext uri="{FF2B5EF4-FFF2-40B4-BE49-F238E27FC236}">
                <a16:creationId xmlns:a16="http://schemas.microsoft.com/office/drawing/2014/main" id="{668A5920-5BAE-DA67-2ECC-1F9BE6EB054F}"/>
              </a:ext>
            </a:extLst>
          </p:cNvPr>
          <p:cNvSpPr/>
          <p:nvPr/>
        </p:nvSpPr>
        <p:spPr>
          <a:xfrm>
            <a:off x="731520" y="3657601"/>
            <a:ext cx="2011680" cy="1828800"/>
          </a:xfrm>
          <a:prstGeom prst="hexagon">
            <a:avLst/>
          </a:prstGeom>
          <a:gradFill flip="none" rotWithShape="1">
            <a:gsLst>
              <a:gs pos="0">
                <a:srgbClr val="FF0000"/>
              </a:gs>
              <a:gs pos="77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/>
              <a:t>グラデーション</a:t>
            </a:r>
            <a:r>
              <a:rPr lang="en-US" altLang="ja-JP" dirty="0"/>
              <a:t>2</a:t>
            </a:r>
            <a:r>
              <a:rPr lang="ja-JP" altLang="en-US" dirty="0"/>
              <a:t>色</a:t>
            </a:r>
            <a:endParaRPr dirty="0"/>
          </a:p>
        </p:txBody>
      </p:sp>
      <p:sp>
        <p:nvSpPr>
          <p:cNvPr id="12" name="Hexagon 3">
            <a:extLst>
              <a:ext uri="{FF2B5EF4-FFF2-40B4-BE49-F238E27FC236}">
                <a16:creationId xmlns:a16="http://schemas.microsoft.com/office/drawing/2014/main" id="{E5152FE2-D95D-8931-3D5E-7334C016B32A}"/>
              </a:ext>
            </a:extLst>
          </p:cNvPr>
          <p:cNvSpPr/>
          <p:nvPr/>
        </p:nvSpPr>
        <p:spPr>
          <a:xfrm>
            <a:off x="3474720" y="3593592"/>
            <a:ext cx="2011680" cy="1828800"/>
          </a:xfrm>
          <a:prstGeom prst="hexagon">
            <a:avLst/>
          </a:prstGeom>
          <a:pattFill prst="dkDnDiag">
            <a:fgClr>
              <a:srgbClr val="00AA7B"/>
            </a:fgClr>
            <a:bgClr>
              <a:schemeClr val="bg1"/>
            </a:bgClr>
          </a:patt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</a:rPr>
              <a:t>パターン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Hexagon 3">
            <a:extLst>
              <a:ext uri="{FF2B5EF4-FFF2-40B4-BE49-F238E27FC236}">
                <a16:creationId xmlns:a16="http://schemas.microsoft.com/office/drawing/2014/main" id="{0FBF67C6-922C-AEE5-6AFE-AEEF63A9085A}"/>
              </a:ext>
            </a:extLst>
          </p:cNvPr>
          <p:cNvSpPr/>
          <p:nvPr/>
        </p:nvSpPr>
        <p:spPr>
          <a:xfrm>
            <a:off x="6217920" y="3657601"/>
            <a:ext cx="2011680" cy="1828800"/>
          </a:xfrm>
          <a:prstGeom prst="hexagon">
            <a:avLst/>
          </a:prstGeom>
          <a:blipFill>
            <a:blip r:embed="rId2"/>
            <a:tile tx="0" ty="0" sx="100000" sy="100000" flip="none" algn="tl"/>
          </a:blipFill>
          <a:ln>
            <a:solidFill>
              <a:srgbClr val="1D5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/>
              <a:t>テクスチャ</a:t>
            </a:r>
            <a:endParaRPr dirty="0"/>
          </a:p>
        </p:txBody>
      </p:sp>
      <p:sp>
        <p:nvSpPr>
          <p:cNvPr id="16" name="Hexagon 6">
            <a:extLst>
              <a:ext uri="{FF2B5EF4-FFF2-40B4-BE49-F238E27FC236}">
                <a16:creationId xmlns:a16="http://schemas.microsoft.com/office/drawing/2014/main" id="{4D93D1BF-B372-2F0F-0D93-A106F6DABC94}"/>
              </a:ext>
            </a:extLst>
          </p:cNvPr>
          <p:cNvSpPr/>
          <p:nvPr/>
        </p:nvSpPr>
        <p:spPr>
          <a:xfrm>
            <a:off x="8961120" y="3672841"/>
            <a:ext cx="2011680" cy="1828800"/>
          </a:xfrm>
          <a:prstGeom prst="hexagon">
            <a:avLst/>
          </a:prstGeom>
          <a:solidFill>
            <a:srgbClr val="00AA7B"/>
          </a:solidFill>
          <a:ln>
            <a:solidFill>
              <a:srgbClr val="1D50DD"/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0000" endA="300" endPos="555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/>
              <a:t>影・反射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6239A85-1B35-1ED6-626B-9F4AC6D5386C}"/>
              </a:ext>
            </a:extLst>
          </p:cNvPr>
          <p:cNvSpPr txBox="1"/>
          <p:nvPr/>
        </p:nvSpPr>
        <p:spPr>
          <a:xfrm rot="20258670">
            <a:off x="2286000" y="4829430"/>
            <a:ext cx="187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文字文字文字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P-SHAPE-040 SVG・透過PNG・トリミング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画像は検証対象として使用。SVGはSVGパート+PNGフォールバック。</a:t>
            </a:r>
          </a:p>
        </p:txBody>
      </p:sp>
      <p:pic>
        <p:nvPicPr>
          <p:cNvPr id="4" name="Picture 3" descr="transparent_test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188720"/>
            <a:ext cx="3657600" cy="1584960"/>
          </a:xfrm>
          <a:prstGeom prst="rect">
            <a:avLst/>
          </a:prstGeom>
        </p:spPr>
      </p:pic>
      <p:pic>
        <p:nvPicPr>
          <p:cNvPr id="5" name="Picture 4" descr="vector_test_fa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4800599" y="1188719"/>
            <a:ext cx="3657600" cy="1584960"/>
          </a:xfrm>
          <a:prstGeom prst="rect">
            <a:avLst/>
          </a:prstGeom>
        </p:spPr>
      </p:pic>
      <p:sp>
        <p:nvSpPr>
          <p:cNvPr id="8" name="Oval 5">
            <a:extLst>
              <a:ext uri="{FF2B5EF4-FFF2-40B4-BE49-F238E27FC236}">
                <a16:creationId xmlns:a16="http://schemas.microsoft.com/office/drawing/2014/main" id="{3CB014B1-4B0A-DA95-0548-BF5263BB45C5}"/>
              </a:ext>
            </a:extLst>
          </p:cNvPr>
          <p:cNvSpPr/>
          <p:nvPr/>
        </p:nvSpPr>
        <p:spPr>
          <a:xfrm>
            <a:off x="8961120" y="1188720"/>
            <a:ext cx="2377440" cy="2377440"/>
          </a:xfrm>
          <a:prstGeom prst="ellipse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円形</a:t>
            </a:r>
            <a:endParaRPr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55E4D9-2B1D-E88D-B821-80C09818D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912" y="4008461"/>
            <a:ext cx="2475191" cy="2475191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4FE32A0C-178C-9F6B-A584-BD2E24F49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4" y="4221548"/>
            <a:ext cx="3657917" cy="1585097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3B5E0CF-D2B9-017A-9016-FC1E7E8BA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975" y="3993015"/>
            <a:ext cx="1594945" cy="2475191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F5C7B3E9-9895-1BFB-92CC-B170F9BA59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247" b="32901"/>
          <a:stretch>
            <a:fillRect/>
          </a:stretch>
        </p:blipFill>
        <p:spPr>
          <a:xfrm>
            <a:off x="9799321" y="4008461"/>
            <a:ext cx="1112520" cy="1660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P-SHAPE-050 スライド外にはみ出す図形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意図的にはみ出し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0515600" y="2011680"/>
            <a:ext cx="2743200" cy="1371600"/>
          </a:xfrm>
          <a:prstGeom prst="rightArrow">
            <a:avLst/>
          </a:prstGeom>
          <a:solidFill>
            <a:srgbClr val="1D50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右にはみ出し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P-SHAPE-060 図形・表・画像・文字の重なり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意図的な重なり</a:t>
            </a:r>
          </a:p>
        </p:txBody>
      </p:sp>
      <p:pic>
        <p:nvPicPr>
          <p:cNvPr id="4" name="Picture 3" descr="transparen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5029200" cy="2179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182880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0" y="3749039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P-SHAPE-061 画像・表・文字の重なり確認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P-SHAPE-070 SmartArt・WordArt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324159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rPr lang="en-US" altLang="ja-JP"/>
              <a:t>Office COM</a:t>
            </a:r>
            <a:r>
              <a:rPr lang="ja-JP" altLang="en-US"/>
              <a:t>で追加済み。完成結果はスライド</a:t>
            </a:r>
            <a:r>
              <a:rPr lang="en-US" altLang="ja-JP"/>
              <a:t>11</a:t>
            </a:r>
            <a:r>
              <a:rPr lang="ja-JP" altLang="en-US"/>
              <a:t>を参照。</a:t>
            </a:r>
            <a:endParaRPr/>
          </a:p>
        </p:txBody>
      </p:sp>
      <p:sp>
        <p:nvSpPr>
          <p:cNvPr id="4" name="Chevron 3"/>
          <p:cNvSpPr/>
          <p:nvPr/>
        </p:nvSpPr>
        <p:spPr>
          <a:xfrm>
            <a:off x="914400" y="1371600"/>
            <a:ext cx="2743200" cy="12801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SmartArt</a:t>
            </a:r>
            <a:endParaRPr/>
          </a:p>
        </p:txBody>
      </p:sp>
      <p:sp>
        <p:nvSpPr>
          <p:cNvPr id="5" name="Chevron 4"/>
          <p:cNvSpPr/>
          <p:nvPr/>
        </p:nvSpPr>
        <p:spPr>
          <a:xfrm>
            <a:off x="3840480" y="1371600"/>
            <a:ext cx="2743200" cy="12801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WordArt</a:t>
            </a:r>
            <a:endParaRPr/>
          </a:p>
        </p:txBody>
      </p:sp>
      <p:sp>
        <p:nvSpPr>
          <p:cNvPr id="6" name="Chevron 5"/>
          <p:cNvSpPr/>
          <p:nvPr/>
        </p:nvSpPr>
        <p:spPr>
          <a:xfrm>
            <a:off x="6766560" y="1371600"/>
            <a:ext cx="2743200" cy="12801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/>
              <a:t>完成結果へ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7136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ja-JP" altLang="en-US"/>
              <a:t>このスライドは生成前の検証項目。</a:t>
            </a:r>
            <a:r>
              <a:rPr lang="en-US" altLang="ja-JP"/>
              <a:t>Office</a:t>
            </a:r>
            <a:r>
              <a:rPr lang="ja-JP" altLang="en-US"/>
              <a:t>ネイティブ要素の完成結果はスライド</a:t>
            </a:r>
            <a:r>
              <a:rPr lang="en-US" altLang="ja-JP"/>
              <a:t>11</a:t>
            </a:r>
            <a:r>
              <a:rPr lang="ja-JP" altLang="en-US"/>
              <a:t>に収録。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P-SHAPE-89 図形ストレス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自動サイズ調整・回転・透明度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1</a:t>
            </a:r>
          </a:p>
        </p:txBody>
      </p:sp>
      <p:sp>
        <p:nvSpPr>
          <p:cNvPr id="5" name="Rounded Rectangle 4"/>
          <p:cNvSpPr/>
          <p:nvPr/>
        </p:nvSpPr>
        <p:spPr>
          <a:xfrm rot="600000">
            <a:off x="2468880" y="265176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2</a:t>
            </a:r>
          </a:p>
        </p:txBody>
      </p:sp>
      <p:sp>
        <p:nvSpPr>
          <p:cNvPr id="6" name="Rounded Rectangle 5"/>
          <p:cNvSpPr/>
          <p:nvPr/>
        </p:nvSpPr>
        <p:spPr>
          <a:xfrm rot="1200000">
            <a:off x="4297680" y="109728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3</a:t>
            </a:r>
          </a:p>
        </p:txBody>
      </p:sp>
      <p:sp>
        <p:nvSpPr>
          <p:cNvPr id="7" name="Rounded Rectangle 6"/>
          <p:cNvSpPr/>
          <p:nvPr/>
        </p:nvSpPr>
        <p:spPr>
          <a:xfrm rot="1800000">
            <a:off x="6126480" y="265176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4</a:t>
            </a:r>
          </a:p>
        </p:txBody>
      </p:sp>
      <p:sp>
        <p:nvSpPr>
          <p:cNvPr id="8" name="Rounded Rectangle 7"/>
          <p:cNvSpPr/>
          <p:nvPr/>
        </p:nvSpPr>
        <p:spPr>
          <a:xfrm rot="2400000">
            <a:off x="7955279" y="109728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5</a:t>
            </a:r>
          </a:p>
        </p:txBody>
      </p:sp>
      <p:sp>
        <p:nvSpPr>
          <p:cNvPr id="9" name="Rounded Rectangle 8"/>
          <p:cNvSpPr/>
          <p:nvPr/>
        </p:nvSpPr>
        <p:spPr>
          <a:xfrm rot="3000000">
            <a:off x="9784080" y="265176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P-SHAPE-90 図形ストレス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自動サイズ調整・回転・透明度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1</a:t>
            </a:r>
          </a:p>
        </p:txBody>
      </p:sp>
      <p:sp>
        <p:nvSpPr>
          <p:cNvPr id="5" name="Rounded Rectangle 4"/>
          <p:cNvSpPr/>
          <p:nvPr/>
        </p:nvSpPr>
        <p:spPr>
          <a:xfrm rot="600000">
            <a:off x="2468880" y="265176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2</a:t>
            </a:r>
          </a:p>
        </p:txBody>
      </p:sp>
      <p:sp>
        <p:nvSpPr>
          <p:cNvPr id="6" name="Rounded Rectangle 5"/>
          <p:cNvSpPr/>
          <p:nvPr/>
        </p:nvSpPr>
        <p:spPr>
          <a:xfrm rot="1200000">
            <a:off x="4297680" y="109728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3</a:t>
            </a:r>
          </a:p>
        </p:txBody>
      </p:sp>
      <p:sp>
        <p:nvSpPr>
          <p:cNvPr id="7" name="Rounded Rectangle 6"/>
          <p:cNvSpPr/>
          <p:nvPr/>
        </p:nvSpPr>
        <p:spPr>
          <a:xfrm rot="1800000">
            <a:off x="6126480" y="265176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4</a:t>
            </a:r>
          </a:p>
        </p:txBody>
      </p:sp>
      <p:sp>
        <p:nvSpPr>
          <p:cNvPr id="8" name="Rounded Rectangle 7"/>
          <p:cNvSpPr/>
          <p:nvPr/>
        </p:nvSpPr>
        <p:spPr>
          <a:xfrm rot="2400000">
            <a:off x="7955279" y="109728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5</a:t>
            </a:r>
          </a:p>
        </p:txBody>
      </p:sp>
      <p:sp>
        <p:nvSpPr>
          <p:cNvPr id="9" name="Rounded Rectangle 8"/>
          <p:cNvSpPr/>
          <p:nvPr/>
        </p:nvSpPr>
        <p:spPr>
          <a:xfrm rot="3000000">
            <a:off x="9784080" y="2651760"/>
            <a:ext cx="1645920" cy="1005840"/>
          </a:xfrm>
          <a:prstGeom prst="round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t>AutoFit長い文字列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667316-E278-CC0B-8384-2BE22139A535}"/>
              </a:ext>
            </a:extLst>
          </p:cNvPr>
          <p:cNvSpPr txBox="1"/>
          <p:nvPr/>
        </p:nvSpPr>
        <p:spPr>
          <a:xfrm>
            <a:off x="457200" y="254000"/>
            <a:ext cx="11277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Office</a:t>
            </a:r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ネイティブ高度図形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FA4A82-6655-703B-C215-AFEB95D3BBE4}"/>
              </a:ext>
            </a:extLst>
          </p:cNvPr>
          <p:cNvSpPr txBox="1"/>
          <p:nvPr/>
        </p:nvSpPr>
        <p:spPr>
          <a:xfrm>
            <a:off x="482600" y="7874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SmartArt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、</a:t>
            </a:r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WordArt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、グループ、グラデーション、パターン、反射、</a:t>
            </a:r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を確認。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1B0D6F-E00A-875A-C527-EFF796367394}"/>
              </a:ext>
            </a:extLst>
          </p:cNvPr>
          <p:cNvSpPr/>
          <p:nvPr/>
        </p:nvSpPr>
        <p:spPr>
          <a:xfrm rot="-480000">
            <a:off x="5969000" y="1460500"/>
            <a:ext cx="3567002" cy="523220"/>
          </a:xfrm>
          <a:prstGeom prst="rect">
            <a:avLst/>
          </a:prstGeom>
          <a:solidFill>
            <a:srgbClr val="794E1F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28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Yu Gothic" panose="020B0400000000000000" pitchFamily="50" charset="-128"/>
              </a:rPr>
              <a:t>PowerPoint WordArt</a:t>
            </a:r>
            <a:endParaRPr lang="ja-JP" altLang="en-US" sz="2800" cap="none" spc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Yu Gothic" panose="020B0400000000000000" pitchFamily="50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6AA91B4-4761-04EB-CDF8-A8DBDBDCAE18}"/>
              </a:ext>
            </a:extLst>
          </p:cNvPr>
          <p:cNvGrpSpPr/>
          <p:nvPr/>
        </p:nvGrpSpPr>
        <p:grpSpPr>
          <a:xfrm rot="300000">
            <a:off x="5969000" y="2667000"/>
            <a:ext cx="3302000" cy="1143000"/>
            <a:chOff x="5969000" y="2667000"/>
            <a:chExt cx="3302000" cy="1143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86B6BF0-3338-4A7B-15B2-5CC0FC2D9A42}"/>
                </a:ext>
              </a:extLst>
            </p:cNvPr>
            <p:cNvSpPr/>
            <p:nvPr/>
          </p:nvSpPr>
          <p:spPr>
            <a:xfrm>
              <a:off x="5969000" y="2667000"/>
              <a:ext cx="1270000" cy="889000"/>
            </a:xfrm>
            <a:prstGeom prst="rect">
              <a:avLst/>
            </a:prstGeom>
            <a:gradFill flip="none" rotWithShape="1">
              <a:gsLst>
                <a:gs pos="0">
                  <a:srgbClr val="2070D0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F3CB6BEB-2B51-5882-CFCE-99D9127391BA}"/>
                </a:ext>
              </a:extLst>
            </p:cNvPr>
            <p:cNvSpPr/>
            <p:nvPr/>
          </p:nvSpPr>
          <p:spPr>
            <a:xfrm>
              <a:off x="6985000" y="2921000"/>
              <a:ext cx="1270000" cy="889000"/>
            </a:xfrm>
            <a:prstGeom prst="ellipse">
              <a:avLst/>
            </a:prstGeom>
            <a:gradFill flip="none" rotWithShape="1">
              <a:gsLst>
                <a:gs pos="0">
                  <a:srgbClr val="50A050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C875125D-7E43-5CE0-E13D-56D1F2BD0C97}"/>
                </a:ext>
              </a:extLst>
            </p:cNvPr>
            <p:cNvSpPr/>
            <p:nvPr/>
          </p:nvSpPr>
          <p:spPr>
            <a:xfrm>
              <a:off x="8001000" y="2667000"/>
              <a:ext cx="1270000" cy="889000"/>
            </a:xfrm>
            <a:prstGeom prst="roundRect">
              <a:avLst/>
            </a:prstGeom>
            <a:gradFill flip="none" rotWithShape="1">
              <a:gsLst>
                <a:gs pos="0">
                  <a:srgbClr val="C05090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686825-0F77-B858-9981-6247FB3C5E65}"/>
              </a:ext>
            </a:extLst>
          </p:cNvPr>
          <p:cNvSpPr/>
          <p:nvPr/>
        </p:nvSpPr>
        <p:spPr>
          <a:xfrm>
            <a:off x="698500" y="4191000"/>
            <a:ext cx="2286000" cy="1270000"/>
          </a:xfrm>
          <a:prstGeom prst="rect">
            <a:avLst/>
          </a:prstGeom>
          <a:gradFill flip="none" rotWithShape="1">
            <a:gsLst>
              <a:gs pos="0">
                <a:srgbClr val="3070E0"/>
              </a:gs>
              <a:gs pos="100000">
                <a:srgbClr val="D06040"/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グラデーション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E8919E-8950-23F1-562B-20E6D9E13D3C}"/>
              </a:ext>
            </a:extLst>
          </p:cNvPr>
          <p:cNvSpPr/>
          <p:nvPr/>
        </p:nvSpPr>
        <p:spPr>
          <a:xfrm>
            <a:off x="3429000" y="4191000"/>
            <a:ext cx="2286000" cy="1270000"/>
          </a:xfrm>
          <a:prstGeom prst="rect">
            <a:avLst/>
          </a:prstGeom>
          <a:pattFill prst="pct30">
            <a:fgClr>
              <a:srgbClr val="FFFFFF"/>
            </a:fgClr>
            <a:bgClr>
              <a:srgbClr val="A0502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パターン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0DF7E44-F1ED-7FCA-1C1F-1767E36D942D}"/>
              </a:ext>
            </a:extLst>
          </p:cNvPr>
          <p:cNvSpPr/>
          <p:nvPr/>
        </p:nvSpPr>
        <p:spPr>
          <a:xfrm>
            <a:off x="6159500" y="4191000"/>
            <a:ext cx="2286000" cy="1270000"/>
          </a:xfrm>
          <a:prstGeom prst="rect">
            <a:avLst/>
          </a:prstGeom>
          <a:gradFill flip="none" rotWithShape="1">
            <a:gsLst>
              <a:gs pos="0">
                <a:srgbClr val="D0A05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20700000" lon="20880000" rev="0"/>
            </a:camera>
            <a:lightRig rig="threePt" dir="t"/>
          </a:scene3d>
          <a:sp3d extrusionH="2286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反射・</a:t>
            </a:r>
            <a:r>
              <a:rPr kumimoji="1" lang="en-US" altLang="ja-JP"/>
              <a:t>3D</a:t>
            </a:r>
            <a:endParaRPr kumimoji="1" lang="ja-JP" altLang="en-US"/>
          </a:p>
        </p:txBody>
      </p:sp>
      <p:graphicFrame>
        <p:nvGraphicFramePr>
          <p:cNvPr id="12" name="図表 11">
            <a:extLst>
              <a:ext uri="{FF2B5EF4-FFF2-40B4-BE49-F238E27FC236}">
                <a16:creationId xmlns:a16="http://schemas.microsoft.com/office/drawing/2014/main" id="{A48D513A-1313-917B-0822-F6178F537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029009"/>
              </p:ext>
            </p:extLst>
          </p:nvPr>
        </p:nvGraphicFramePr>
        <p:xfrm>
          <a:off x="508000" y="1333500"/>
          <a:ext cx="4826000" cy="241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4775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BD85"/>
        </a:solidFill>
      </a:spPr>
      <a:bodyPr rtlCol="0" anchor="ctr"/>
      <a:lstStyle>
        <a:defPPr algn="l">
          <a:defRPr dirty="0" err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254</Words>
  <Application>Microsoft Office PowerPoint</Application>
  <PresentationFormat>ワイド画面</PresentationFormat>
  <Paragraphs>79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conversion validation fixture</dc:title>
  <dc:subject/>
  <dc:creator>Office Validation Generator</dc:creator>
  <cp:keywords/>
  <dc:description>generated using python-pptx</dc:description>
  <cp:lastModifiedBy>2713024 曾根　優生</cp:lastModifiedBy>
  <cp:revision>11</cp:revision>
  <dcterms:created xsi:type="dcterms:W3CDTF">2013-01-27T09:14:16Z</dcterms:created>
  <dcterms:modified xsi:type="dcterms:W3CDTF">2026-07-16T22:40:35Z</dcterms:modified>
  <cp:category/>
</cp:coreProperties>
</file>