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r>
              <a:t>PowerPointネイティブグラフ（例）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日本語 A</c:v>
                </c:pt>
                <c:pt idx="1">
                  <c:v>長いカテゴリ名_BBBBB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D7-4670-A6E6-9A666EC4EF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日本語 A</c:v>
                </c:pt>
                <c:pt idx="1">
                  <c:v>長いカテゴリ名_BBBBB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D7-4670-A6E6-9A666EC4EF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カテゴリ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値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r>
              <a:t>積み上げ縦棒グラフ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正値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8</c:v>
                </c:pt>
                <c:pt idx="2">
                  <c:v>4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13-40C8-A65F-C57D9995CF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負値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-2</c:v>
                </c:pt>
                <c:pt idx="1">
                  <c:v>3</c:v>
                </c:pt>
                <c:pt idx="2">
                  <c:v>-1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13-40C8-A65F-C57D9995CF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r>
              <a:t>折れ線グラフ 空白セル相当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DC-4C36-9821-23F74FF67E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ADC-4C36-9821-23F74FF67E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title>
      <c:tx>
        <c:rich>
          <a:bodyPr/>
          <a:lstStyle/>
          <a:p>
            <a:r>
              <a:t>円グラフ パーセント表示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構成比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日本語</c:v>
                </c:pt>
                <c:pt idx="1">
                  <c:v>English</c:v>
                </c:pt>
                <c:pt idx="2">
                  <c:v>中文</c:v>
                </c:pt>
                <c:pt idx="3">
                  <c:v>한국어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D5-4DF9-8251-1315AE15E56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測定値</c:v>
                </c:pt>
              </c:strCache>
            </c:strRef>
          </c:tx>
          <c:marker>
            <c:symbol val="none"/>
          </c:marker>
          <c:xVal>
            <c:numRef>
              <c:f>Sheet1!$A$2:$A$7</c:f>
              <c:numCache>
                <c:formatCode>General</c:formatCode>
                <c:ptCount val="6"/>
                <c:pt idx="0">
                  <c:v>-2</c:v>
                </c:pt>
                <c:pt idx="1">
                  <c:v>-1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3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4</c:v>
                </c:pt>
                <c:pt idx="5">
                  <c:v>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92B-416B-85FD-9D5FC744F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4"/>
          <c:min val="-3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  <c:max val="10"/>
          <c:min val="-1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r>
              <a:t>複合グラフ・第2軸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棒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150</c:v>
                </c:pt>
                <c:pt idx="2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F9-4180-9CD3-36ECC36D9D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折れ線相当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</c:v>
                </c:pt>
                <c:pt idx="1">
                  <c:v>0.2</c:v>
                </c:pt>
                <c:pt idx="2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F9-4180-9CD3-36ECC36D9D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r>
              <a:t>データラベル・数値形式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invertIfNegative val="1"/>
          <c:dLbls>
            <c:numFmt formatCode="0%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0%</c:v>
                </c:pt>
                <c:pt idx="1">
                  <c:v>25%</c:v>
                </c:pt>
                <c:pt idx="2">
                  <c:v>50%</c:v>
                </c:pt>
                <c:pt idx="3">
                  <c:v>100%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E4-4762-8CD9-9EF4A2604E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l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r>
              <a:t>小さいグラフと装飾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小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2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83-442E-80BC-20B39E153E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r>
              <a:t>大きいグラフ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系列A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非常に長いカテゴリ名その1</c:v>
                </c:pt>
                <c:pt idx="1">
                  <c:v>非常に長いカテゴリ名その2</c:v>
                </c:pt>
                <c:pt idx="2">
                  <c:v>非常に長いカテゴリ名その3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</c:v>
                </c:pt>
                <c:pt idx="1">
                  <c:v>1500</c:v>
                </c:pt>
                <c:pt idx="2">
                  <c:v>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21-47E9-A5A7-F8B9458795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系列B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非常に長いカテゴリ名その1</c:v>
                </c:pt>
                <c:pt idx="1">
                  <c:v>非常に長いカテゴリ名その2</c:v>
                </c:pt>
                <c:pt idx="2">
                  <c:v>非常に長いカテゴリ名その3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900</c:v>
                </c:pt>
                <c:pt idx="1">
                  <c:v>500</c:v>
                </c:pt>
                <c:pt idx="2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21-47E9-A5A7-F8B9458795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r>
              <a:t>軸固定・グリッド線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値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-50</c:v>
                </c:pt>
                <c:pt idx="1">
                  <c:v>0</c:v>
                </c:pt>
                <c:pt idx="2">
                  <c:v>50</c:v>
                </c:pt>
                <c:pt idx="3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1EC-4F42-8AD4-64EC7E4478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20"/>
          <c:min val="-10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  <c:majorUnit val="20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ja-JP" altLang="en-US"/>
              <a:t>売上（左軸）と成長率（右軸）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系列1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日本語A</c:v>
                </c:pt>
                <c:pt idx="1">
                  <c:v>長いカテゴリ名_BBBBB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43-4CE9-934D-4622CB0AD0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1"/>
        <c:ser>
          <c:idx val="1"/>
          <c:order val="1"/>
          <c:tx>
            <c:strRef>
              <c:f>Sheet1!$C$1</c:f>
              <c:strCache>
                <c:ptCount val="1"/>
                <c:pt idx="0">
                  <c:v>系列2</c:v>
                </c:pt>
              </c:strCache>
            </c:strRef>
          </c:tx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日本語A</c:v>
                </c:pt>
                <c:pt idx="1">
                  <c:v>長いカテゴリ名_BBBBB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E43-4CE9-934D-4622CB0AD0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65581024"/>
        <c:axId val="1276863472"/>
      </c:line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カテゴリ名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値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  <c:valAx>
        <c:axId val="12768634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crossAx val="1265581024"/>
        <c:crosses val="max"/>
        <c:crossBetween val="between"/>
      </c:valAx>
      <c:catAx>
        <c:axId val="126558102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76863472"/>
        <c:auto val="1"/>
        <c:lblAlgn val="ctr"/>
        <c:lblOffset val="100"/>
        <c:noMultiLvlLbl val="0"/>
      </c:cat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PDF Note Workspace - Office変換サンプル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777240"/>
          <a:ext cx="11125200" cy="4930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PowerPointのネイティブグラフをローカルでPDFへ変換した例。作図機能を示すものではありません。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P-CHART-002 積み上げ縦棒グラフ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09728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P-CHART-003 折れ線グラフ 空白セル相当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09728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P-CHART-004 円グラフ パーセント表示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49377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P-CHART-005 散布図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正負の値・軸固定・グリッド線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097280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P-CHART-006 複合グラフ・第2軸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python-pptx単体では真の複合グラフ/第2軸設定が限定的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09728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P-CHART-007 データラベル・数値形式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09728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P-CHART-008 小さいグラフと装飾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097280"/>
          <a:ext cx="301752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828800"/>
            <a:ext cx="2926080" cy="1463040"/>
          </a:xfrm>
          <a:prstGeom prst="rect">
            <a:avLst/>
          </a:prstGeom>
          <a:solidFill>
            <a:srgbClr val="FFBD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P-CHART-008</a:t>
            </a:r>
          </a:p>
          <a:p>
            <a:r>
              <a:t>図形重なり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P-CHART-009 大きいグラフ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914400"/>
          <a:ext cx="11338560" cy="5303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P-CHART-010 軸固定・グリッド線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09728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42C5460-0BFB-342A-2BD4-CF67DDAAB021}"/>
              </a:ext>
            </a:extLst>
          </p:cNvPr>
          <p:cNvSpPr txBox="1"/>
          <p:nvPr/>
        </p:nvSpPr>
        <p:spPr>
          <a:xfrm>
            <a:off x="457200" y="254000"/>
            <a:ext cx="112776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600" b="1">
                <a:latin typeface="Yu Gothic" panose="020B0400000000000000" pitchFamily="50" charset="-128"/>
                <a:ea typeface="Yu Gothic" panose="020B0400000000000000" pitchFamily="50" charset="-128"/>
              </a:rPr>
              <a:t>真の複合グラフと第</a:t>
            </a:r>
            <a:r>
              <a:rPr kumimoji="1" lang="en-US" altLang="ja-JP" sz="2600" b="1"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r>
              <a:rPr kumimoji="1" lang="ja-JP" altLang="en-US" sz="2600" b="1">
                <a:latin typeface="Yu Gothic" panose="020B0400000000000000" pitchFamily="50" charset="-128"/>
                <a:ea typeface="Yu Gothic" panose="020B0400000000000000" pitchFamily="50" charset="-128"/>
              </a:rPr>
              <a:t>軸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F7E91B4-4E87-6645-A81A-F6F1B43B0B0E}"/>
              </a:ext>
            </a:extLst>
          </p:cNvPr>
          <p:cNvSpPr txBox="1"/>
          <p:nvPr/>
        </p:nvSpPr>
        <p:spPr>
          <a:xfrm>
            <a:off x="482600" y="787400"/>
            <a:ext cx="1117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300">
                <a:latin typeface="Yu Gothic" panose="020B0400000000000000" pitchFamily="50" charset="-128"/>
                <a:ea typeface="Yu Gothic" panose="020B0400000000000000" pitchFamily="50" charset="-128"/>
              </a:rPr>
              <a:t>Microsoft PowerPoint COM</a:t>
            </a:r>
            <a:r>
              <a:rPr kumimoji="1" lang="ja-JP" altLang="en-US" sz="1300">
                <a:latin typeface="Yu Gothic" panose="020B0400000000000000" pitchFamily="50" charset="-128"/>
                <a:ea typeface="Yu Gothic" panose="020B0400000000000000" pitchFamily="50" charset="-128"/>
              </a:rPr>
              <a:t>で追加。棒系列と折れ線系列を別軸で表示。</a:t>
            </a:r>
          </a:p>
        </p:txBody>
      </p:sp>
      <p:graphicFrame>
        <p:nvGraphicFramePr>
          <p:cNvPr id="4" name="Chart 2">
            <a:extLst>
              <a:ext uri="{FF2B5EF4-FFF2-40B4-BE49-F238E27FC236}">
                <a16:creationId xmlns:a16="http://schemas.microsoft.com/office/drawing/2014/main" id="{5B707CDB-AAF6-5426-8F89-4A678DBACD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09184"/>
              </p:ext>
            </p:extLst>
          </p:nvPr>
        </p:nvGraphicFramePr>
        <p:xfrm>
          <a:off x="1016000" y="1270000"/>
          <a:ext cx="9906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80145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206</Words>
  <Application>Microsoft Office PowerPoint</Application>
  <PresentationFormat>ワイド画面</PresentationFormat>
  <Paragraphs>39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 Note Workspace - Office変換サンプル</dc:title>
  <dc:subject/>
  <dc:creator>Office Validation Generator</dc:creator>
  <cp:keywords/>
  <dc:description>generated using python-pptx</dc:description>
  <cp:lastModifiedBy>2713024 曾根　優生</cp:lastModifiedBy>
  <cp:revision>2</cp:revision>
  <dcterms:created xsi:type="dcterms:W3CDTF">2013-01-27T09:14:16Z</dcterms:created>
  <dcterms:modified xsi:type="dcterms:W3CDTF">2026-07-16T17:14:05Z</dcterms:modified>
  <cp:category/>
</cp:coreProperties>
</file>